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E6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34747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Agentic Customer Support Assistant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Northstar Gear - fictional customer-support domain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Text and recorded-audio voice paths share SupportService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Evidence snapshot: 2026-10-18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Status: recorded-audio follow-ups pass; live latency remains high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Architecture and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Input shape checks -&gt; InputGuard -&gt; structured intent router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Registered handler -&gt; read-only tools or semantic retrieval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OutputClaimGuard validates facts before the response leaves the service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 transcript reuses the same support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Domain, tools, and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All customers, sessions, orders, policies, and dates are fictional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Order tools enforce format, verification, existence, and ownership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Return eligibility is policy evidence, not refund approval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Refund amounts and dates require confirmed tool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Grounded answers and tool-calling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12 original KB documents; local MiniLM embeddings and exact cosine scan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Retrieval keeps source and chunk provenance; insufficient evidence is explicit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Product answers cite retrieved chunks; only cited facts reach the output claim guard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Native Groq calls select one allow-listed tool; local code validates arguments and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Measured offline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Keyless suite: 89 passed, 2 live checks skipped; 2 dependency warnings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Routing accuracy 0.8333; retrieval recall@5 0.7273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Input guardrail recall 0.6667; output guardrail recall 1.0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Classifier cache hit rate 0.5 on the measured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Voice turn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WebRTC candidate: 3 positive 20 ms frames; local Silero ONNX confirms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Turn IDs, playback cancellation, stale-result discard, and bounded STT retry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Labeled regression corpus: 0 false interruptions; 0 missed speech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Corpus result only; not a universal speech/noise performance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Audible scenario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Silence and current noise clip completed audible playback without interruption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Normal order, return eligibility, and wrong-order follow-ups completed safely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Adversarial follow-up escalated; no refund promise or stale response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Injected STT failure retried twice and played a safe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Latency and measurement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Successful speech follow-ups: 19,293.912-20,168.889 ms to app playback start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Injected failure handoff: 15,886.752 ms; cancellation call: 105-128 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App playback-start latency is not first-acoustic-sample latency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All voice latency observations exceed proposed &lt;3 second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Red-team: two reproduced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safe=true with confidence 0.0 allowed an injection before the fix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Natural-language unverified delivery date passed output validation before the fix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Both fixes have service-boundary regression tests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Residual risks: semantic classifier errors and heuristic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Scale and operations - PROPOSED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Stateless workers; durable shared session state; bounded queues and rate limits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Versioned cache keys; provider deadlines, backpressure, circuit breaking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Shadow route changes, canary with safety gates, immediate rollback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 10,000-session load test or distributed state store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Part C and next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Voice-to-text/human shared-state transfer is designed, not implemented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Groq degradation: bounded retry then fail-closed or local safe handoff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Separate live Groq product-answer and native-tool smoke checks passed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Next: reduce voice latency, measure acoustic output, practice unaided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