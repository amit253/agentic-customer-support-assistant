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4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E6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34747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Agentic Customer Support Assistant</a:t>
            </a:r>
          </a:p>
          <a:p>
            <a:pPr>
              <a:spcBef>
                <a:spcPts val="1200"/>
              </a:spcBef>
              <a:defRPr sz="1800">
                <a:solidFill>
                  <a:srgbClr val="EBF3F9"/>
                </a:solidFill>
                <a:latin typeface="Aptos"/>
              </a:defRPr>
            </a:pPr>
            <a:r>
              <a:t>Northstar Gear - fictional customer-support domain</a:t>
            </a:r>
          </a:p>
          <a:p>
            <a:pPr>
              <a:spcBef>
                <a:spcPts val="1200"/>
              </a:spcBef>
              <a:defRPr sz="1800">
                <a:solidFill>
                  <a:srgbClr val="EBF3F9"/>
                </a:solidFill>
                <a:latin typeface="Aptos"/>
              </a:defRPr>
            </a:pPr>
            <a:r>
              <a:t>Text and recorded-audio voice paths share SupportService</a:t>
            </a:r>
          </a:p>
          <a:p>
            <a:pPr>
              <a:spcBef>
                <a:spcPts val="1200"/>
              </a:spcBef>
              <a:defRPr sz="1800">
                <a:solidFill>
                  <a:srgbClr val="EBF3F9"/>
                </a:solidFill>
                <a:latin typeface="Aptos"/>
              </a:defRPr>
            </a:pPr>
            <a:r>
              <a:t>Evidence snapshot: 2026-10-18</a:t>
            </a:r>
          </a:p>
          <a:p>
            <a:pPr>
              <a:spcBef>
                <a:spcPts val="1200"/>
              </a:spcBef>
              <a:defRPr sz="1800">
                <a:solidFill>
                  <a:srgbClr val="EBF3F9"/>
                </a:solidFill>
                <a:latin typeface="Aptos"/>
              </a:defRPr>
            </a:pPr>
            <a:r>
              <a:t>Status: recorded-audio follow-ups pass; live latency remains high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Architecture and trust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Input shape checks -&gt; InputGuard -&gt; hybrid router (rules, examples, LLM)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Handler: read-only tools, hybrid retrieval, human handoff, or conversation agent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OutputClaimGuard validates facts before the response leaves the service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Voice transcript reuses the same support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Domain, tools, and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All customers, sessions, orders, policies, and dates are fictional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Order tools enforce format, verification, existence, and ownership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Return eligibility is policy evidence, not refund approval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Refund amounts and dates require confirmed tool 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Grounded answers and tool-calling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12 original KB documents; multilingual-e5-small + BM25 fusion, top-candidate gate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Retrieval gate tuned for recall; the answerer declines when evidence is insufficient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Product answers cite retrieved chunks; only cited facts reach the output claim guard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Native Groq calls select one allow-listed tool; local code validates arguments and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Measured improvement on held-out 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Live routing (110 cases): strict accuracy 0.509 -&gt; 0.955; dead ends 0.355 -&gt; 0.009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False escalations 0.117 -&gt; 0; LLM calls per message 1.28 -&gt; 0.245; p95 16.4 s -&gt; 0.70 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Retrieval (45 cases): evidence recall 0.516 -&gt; 0.922; live: 0.938 answered, 13/13 near-misses declined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Keyless suite: 214 passed, 2 live skipped, 1 known-limitation xfail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Voice turn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WebRTC candidate: 3 positive 20 ms frames; local Silero ONNX confirms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Turn IDs, playback cancellation, stale-result discard, and bounded STT retry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Labeled regression corpus: 0 false interruptions; 0 missed speech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Corpus result only; not a universal speech/noise performance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Audible scenario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Silence and current noise clip completed audible playback without interruption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Normal order, return eligibility, and wrong-order follow-ups completed safely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Adversarial follow-up escalated; no refund promise or stale response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Injected STT failure retried twice and played a safe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Latency and measurement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Successful speech follow-ups: 19,293.912-20,168.889 ms to app playback start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Injected failure handoff: 15,886.752 ms; cancellation call: 105-128 ms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App playback-start latency is not first-acoustic-sample latency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All voice latency observations exceed proposed &lt;3 second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Red-team: reproduced gaps (two rounds)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Round 1 (fixed): low-confidence safe=true and unverified natural-language dates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Round 2 (fixed): greeting dead ends, off-topic escalations, comparison crash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Round 2 (open): 'my refund' policy question -&gt; order tool; human + order ID -&gt; no handoff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Round 2 (open): guard blocks negated 'refund is approved'; Hinglish answered in Devanagari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Scale and operations - PROPOSED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Stateless workers; durable shared session state; bounded queues and rate limits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Versioned cache keys; provider deadlines, backpressure, circuit breaking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Shadow route changes, canary with safety gates, immediate rollback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No 10,000-session load test or distributed state store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Part C and next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Voice and text share session memory; handoffs carry a turn summary (process-local)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Groq degradation: bounded retry then fail-closed or local safe handoff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Separate live Groq product-answer and native-tool smoke checks passed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Next: reduce voice latency, measure acoustic output, practice unaided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