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4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E6F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34747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 Display"/>
              </a:defRPr>
            </a:pPr>
            <a:r>
              <a:t>Agentic Customer Support Assistant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Northstar Gear - fictional customer-support domain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Text and recorded-audio voice paths share SupportService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Evidence snapshot: 2026-10-18</a:t>
            </a:r>
          </a:p>
          <a:p>
            <a:pPr>
              <a:spcBef>
                <a:spcPts val="1200"/>
              </a:spcBef>
              <a:defRPr sz="1800">
                <a:solidFill>
                  <a:srgbClr val="EBF3F9"/>
                </a:solidFill>
                <a:latin typeface="Aptos"/>
              </a:defRPr>
            </a:pPr>
            <a:r>
              <a:t>Status: Step 8 live follow-up acceptance remains incomplete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Architecture and trust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Input shape checks -&gt; InputGuard -&gt; structured intent router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Registered handler -&gt; read-only tools or semantic retrieval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OutputClaimGuard validates facts before the response leaves the service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Voice transcript reuses the same support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Domain, tools, and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All customers, sessions, orders, policies, and dates are fictional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Order tools enforce format, verification, existence, and ownership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Return eligibility is policy evidence, not refund approval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Refund amounts and dates require confirmed tool facts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Grounded answers and tool-calling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12 original KB documents; local MiniLM embeddings and exact cosine scan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Retrieval keeps source and chunk provenance; insufficient evidence is explicit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Product answers cite retrieved chunks; only cited facts reach the output claim guard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Native Groq calls select one allow-listed tool; local code validates arguments and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Measured offline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Keyless suite: 81 passed, 2 live checks skipped; 2 dependency warnings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Routing accuracy 0.8333; retrieval recall@5 0.7273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Input guardrail recall 0.6667; output guardrail recall 1.0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Classifier cache hit rate 0.5 on the measured workload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Voice turn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WebRTC candidate: 3 positive 20 ms frames; local Silero ONNX confirms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Turn IDs, playback cancellation, stale-result discard, and bounded STT retry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Labeled regression corpus: 0 false interruptions; 0 missed speech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Corpus result only; not a universal speech/noise performance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Audible scenario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Silence and current noise clip completed audible playback without interruption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Wrong-order speech interrupted; live input safety failed closed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Adversarial speech interrupted; live classifier failed closed; no refund promised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Injected STT failure retried twice and played a safe handoff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Latency and measurement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Wrong-order: 3665.86 ms to application playback start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Adversarial: 5672.024 ms; injected failure handoff: 2585.583 ms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Timestamps are real; endpoint is application playback handoff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No acoustic loopback or first-physical-sample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Red-team: two reproduced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safe=true with confidence 0.0 allowed an injection before the fix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Natural-language unverified delivery date passed output validation before the fix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Both fixes have service-boundary regression tests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Residual risks: semantic classifier errors and heuristic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Scale and operations - PROPOSED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Stateless workers; durable shared session state; bounded queues and rate limits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Versioned cache keys; provider deadlines, backpressure, circuit breaking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Shadow route changes, canary with safety gates, immediate rollback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No 10,000-session load test or distributed state store exists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2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530352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Aptos"/>
              </a:rPr>
              <a:t>Part C and next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188720"/>
            <a:ext cx="10698480" cy="4892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Voice-to-text/human shared-state transfer is designed, not implemented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Groq degradation: bounded retry then fail-closed or local safe handoff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Separate live Groq product-answer and native-tool smoke checks passed</a:t>
            </a:r>
          </a:p>
          <a:p>
            <a:pPr>
              <a:spcAft>
                <a:spcPts val="2200"/>
              </a:spcAft>
              <a:defRPr sz="2100">
                <a:solidFill>
                  <a:srgbClr val="1E2A36"/>
                </a:solidFill>
                <a:latin typeface="Aptos"/>
              </a:defRPr>
            </a:pPr>
            <a:r>
              <a:t>Next: speech follow-up and acoustic latency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28232"/>
            <a:ext cx="11064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1E6FA6"/>
                </a:solidFill>
                <a:latin typeface="Aptos"/>
              </a:rPr>
              <a:t>Agentic Customer Support Assistant  |  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